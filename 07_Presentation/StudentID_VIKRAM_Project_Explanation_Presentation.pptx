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2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C82"/>
                </a:solidFill>
              </a:defRPr>
            </a:pPr>
            <a:r>
              <a:t>Olist E-Commerce Analytics</a:t>
            </a:r>
          </a:p>
          <a:p>
            <a:pPr>
              <a:defRPr sz="2400">
                <a:solidFill>
                  <a:srgbClr val="232323"/>
                </a:solidFill>
              </a:defRPr>
            </a:pPr>
            <a:r>
              <a:t>Milestone Project — Project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646464"/>
                </a:solidFill>
              </a:defRPr>
            </a:pPr>
            <a:r>
              <a:t>End-to-end analysis using Python, Excel, MySQL, Statistics, Power BI and AI-assisted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1. 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Leadership needs one unified view of customers, revenue, products, sellers, payments and operations.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The project converts raw e-commerce data into business KPIs, trends, diagnostics and recommendations.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Main objective: support data-driven decisions on growth, customer experience and operational performance.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The analysis follows six business areas: Customer, Revenue, Product, Seller, Customer Experience and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2. Dataset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809822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rPr dirty="0"/>
              <a:t>Seven mandatory </a:t>
            </a:r>
            <a:r>
              <a:rPr dirty="0" err="1"/>
              <a:t>Olist</a:t>
            </a:r>
            <a:r>
              <a:rPr dirty="0"/>
              <a:t> datasets were used.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rPr dirty="0"/>
              <a:t>Customers → Orders through </a:t>
            </a:r>
            <a:r>
              <a:rPr dirty="0" err="1"/>
              <a:t>customer_id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rPr dirty="0"/>
              <a:t>Orders → Order Items, Payments and Reviews through </a:t>
            </a:r>
            <a:r>
              <a:rPr dirty="0" err="1"/>
              <a:t>order_id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rPr dirty="0"/>
              <a:t>Order Items → Products through </a:t>
            </a:r>
            <a:r>
              <a:rPr dirty="0" err="1"/>
              <a:t>product_id</a:t>
            </a:r>
            <a:r>
              <a:rPr dirty="0"/>
              <a:t> and → Sellers through </a:t>
            </a:r>
            <a:r>
              <a:rPr dirty="0" err="1"/>
              <a:t>seller_id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rPr dirty="0"/>
              <a:t>The cleaned datasets were used consistently across SQL, statistics and Power BI.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32588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Customers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99,441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32588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Orders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99,441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69748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Order Items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112,650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69748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Products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32,951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06908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Payments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103,886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406908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Sellers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3,095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3. Data Cleaning &amp; Quality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Raw files were preserved and separate cleaned copies were created.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Dates were converted to datetime and delivery_delay_days was derived.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Missing lifecycle dates were retained when they were meaningful to order status.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Missing product attributes and optional review text were retained rather than artificially filled.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Referential integrity was validated across the seven datasets.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No exact duplicate rows were found; repeated review_id values were retained because the records were not exact duplicates.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4. MySQL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Created an analytical relational database with seven connected tables.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Validated table counts and relationships.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Used JOINs, aggregations, GROUP BY, filtering and subqueries.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Key analyses included revenue by state, top categories, top sellers, repeat customers, monthly revenue, payment type and review distribution.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SQL outputs were used as evidence for business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5. Statistical Analysis — Key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Average Order Revenue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137.75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3258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Median Order Revenue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86.90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3258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Average Review Score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4.09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832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Price–Freight Correlation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0.4142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3832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Revenue Outliers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7.96%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3832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Repeat Customers</a:t>
            </a:r>
          </a:p>
          <a:p>
            <a:pPr algn="ctr">
              <a:defRPr sz="2300" b="1">
                <a:solidFill>
                  <a:srgbClr val="172C82"/>
                </a:solidFill>
              </a:defRPr>
            </a:pPr>
            <a:r>
              <a:t>3.12%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6. Customer Intelligence — Main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93,099 customers are one-time customers (96.88%).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2,997 customers are repeat customers (3.12%).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This indicates a major retention opportunity.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One-time customer mean order revenue: 138.62.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Repeat customer mean order revenue: 124.91.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This difference is descriptive; it should not be interpreted as proof that repeat customers are less valuable overall.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7. Revenue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Total dashboard revenue: approximately 13.59M.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Average Order Value in the dashboard: 136.68.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Revenue is concentrated strongly in leading customer states, with São Paulo contributing the largest share.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Payment analysis shows credit card as the dominant payment type.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Revenue trend and state-level contribution help identify where commercial focus should be placed.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8. Product &amp; Seller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Product analysis identifies the highest-revenue categories and categories with the largest product counts.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Top revenue categories include beleza_saude, relogios_presentes and cama_mesa_banho.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Seller analysis compares revenue, order volume, seller state and average seller order value.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These views help distinguish product demand from seller contribution.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9. Customer Experience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Average review score: 4.09 / 5.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Dashboard delivery rate: 97.02%.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Delayed orders: approximately 7K in the dashboard.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Average delivery delay among delayed orders: 10.62 days.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The statistical report's overall average delivery delay is -11.8769 days; negative values indicate delivery earlier than the estimated date.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Operational trends show how order volume and delivery performance change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10. Power BI Executive Dashboard</a:t>
            </a:r>
          </a:p>
        </p:txBody>
      </p:sp>
      <p:pic>
        <p:nvPicPr>
          <p:cNvPr id="3" name="Picture 2" descr="Screenshot 2026-10-04 1127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2" y="982531"/>
            <a:ext cx="9682316" cy="5331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11. Dashboard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323"/>
                </a:solidFill>
              </a:defRPr>
            </a:pPr>
            <a:r>
              <a:t>Page 1 — Executive Overview: overall KPIs, order status, revenue trend and state contribution.</a:t>
            </a:r>
          </a:p>
          <a:p>
            <a:pPr>
              <a:spcAft>
                <a:spcPts val="1000"/>
              </a:spcAft>
              <a:defRPr sz="1600" b="0">
                <a:solidFill>
                  <a:srgbClr val="232323"/>
                </a:solidFill>
              </a:defRPr>
            </a:pPr>
            <a:r>
              <a:t>Page 2 — Customer Intelligence: customer geography, revenue, customer type and repeat rate.</a:t>
            </a:r>
          </a:p>
          <a:p>
            <a:pPr>
              <a:spcAft>
                <a:spcPts val="1000"/>
              </a:spcAft>
              <a:defRPr sz="1600" b="0">
                <a:solidFill>
                  <a:srgbClr val="232323"/>
                </a:solidFill>
              </a:defRPr>
            </a:pPr>
            <a:r>
              <a:t>Page 3 — Revenue Intelligence: revenue trend, category revenue, payment mix and freight.</a:t>
            </a:r>
          </a:p>
          <a:p>
            <a:pPr>
              <a:spcAft>
                <a:spcPts val="1000"/>
              </a:spcAft>
              <a:defRPr sz="1600" b="0">
                <a:solidFill>
                  <a:srgbClr val="232323"/>
                </a:solidFill>
              </a:defRPr>
            </a:pPr>
            <a:r>
              <a:t>Page 4 — Product Intelligence: category revenue, orders and product count.</a:t>
            </a:r>
          </a:p>
          <a:p>
            <a:pPr>
              <a:spcAft>
                <a:spcPts val="1000"/>
              </a:spcAft>
              <a:defRPr sz="1600" b="0">
                <a:solidFill>
                  <a:srgbClr val="232323"/>
                </a:solidFill>
              </a:defRPr>
            </a:pPr>
            <a:r>
              <a:t>Page 5 — Seller Intelligence: seller revenue, orders, state contribution and seller AOV.</a:t>
            </a:r>
          </a:p>
          <a:p>
            <a:pPr>
              <a:spcAft>
                <a:spcPts val="1000"/>
              </a:spcAft>
              <a:defRPr sz="1600" b="0">
                <a:solidFill>
                  <a:srgbClr val="232323"/>
                </a:solidFill>
              </a:defRPr>
            </a:pPr>
            <a:r>
              <a:t>Page 6 — Customer Experience: reviews and delivery-delay analysis.</a:t>
            </a:r>
          </a:p>
          <a:p>
            <a:pPr>
              <a:spcAft>
                <a:spcPts val="1000"/>
              </a:spcAft>
              <a:defRPr sz="1600" b="0">
                <a:solidFill>
                  <a:srgbClr val="232323"/>
                </a:solidFill>
              </a:defRPr>
            </a:pPr>
            <a:r>
              <a:t>Page 7 — Operational Intelligence: order lifecycle, delivery rate and monthly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12. Analytical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Primary analytical lens: Customer Retention &amp; Loyalty Analyst.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Unique KPI: Repeat Customer Rate / Repeat Purchase Ratio.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Hypothesis 1: One-time and repeat customers have different order-revenue distributions.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Hypothesis 2: Delivery performance may be associated with customer satisfaction.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Hypothesis 3: Certain regions contribute disproportionately to revenue.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AI was used for alternative interpretations and recommendation refinement, with claims validated against project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13.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1. Prioritize retention: create actions that encourage a second purchase and track repeat-purchase conversion.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2. Diagnose the post-purchase journey: use delivery and review signals to identify barriers to repeat activity.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3. Focus commercial resources: prioritize high-contribution regions, products and sellers using measurable revenue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C82"/>
                </a:solidFill>
              </a:defRPr>
            </a:pPr>
            <a:r>
              <a:t>14. If I Were the Business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Priority 1 — Improve repeat-purchase conversion from the 3.12% baseline.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Priority 2 — Investigate customer journey barriers after the first order.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Priority 3 — Allocate resources toward the strongest regional, product and seller opportunities.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Expected impact: stronger customer lifetime value potential, better resource allocation and more targeted operational improvement.</a:t>
            </a:r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</a:defRPr>
            </a:pPr>
            <a:r>
              <a:t>Risk: retention actions should be tested carefully rather than assuming correlation implies causation.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C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847277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FFFFFF"/>
                </a:solidFill>
              </a:defRPr>
            </a:pPr>
            <a:r>
              <a:rPr dirty="0"/>
              <a:t>The project turns raw e-commerce data into a unified business view and identifies customer retention as the clearest strategic opportunity.</a:t>
            </a:r>
          </a:p>
          <a:p>
            <a:pPr>
              <a:defRPr sz="1900">
                <a:solidFill>
                  <a:srgbClr val="E1E6F5"/>
                </a:solidFill>
              </a:defRPr>
            </a:pPr>
            <a:r>
              <a:rPr dirty="0"/>
              <a:t>The dashboard, statistical evidence, SQL analysis and AI-assisted validation support the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1020</Words>
  <Application>Microsoft Office PowerPoint</Application>
  <PresentationFormat>Widescreen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VIKRAM K.S.K</cp:lastModifiedBy>
  <cp:revision>2</cp:revision>
  <dcterms:created xsi:type="dcterms:W3CDTF">2013-01-27T09:14:16Z</dcterms:created>
  <dcterms:modified xsi:type="dcterms:W3CDTF">2026-10-05T05:33:29Z</dcterms:modified>
  <cp:category/>
</cp:coreProperties>
</file>